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2" r:id="rId7"/>
    <p:sldId id="261" r:id="rId8"/>
    <p:sldId id="264" r:id="rId9"/>
    <p:sldId id="265" r:id="rId10"/>
    <p:sldId id="257" r:id="rId11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الثانوي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7798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5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88635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6020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5998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634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6411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5017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4357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0622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0063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6CBB3-4A4C-41CD-8512-73A409C5B99A}" type="datetimeFigureOut">
              <a:rPr lang="ar-SA" smtClean="0"/>
              <a:t>12/04/1448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86C9C-C902-4111-AB0D-F5DC011B76A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784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467544" y="980728"/>
            <a:ext cx="7772400" cy="1470025"/>
          </a:xfrm>
        </p:spPr>
        <p:txBody>
          <a:bodyPr/>
          <a:lstStyle/>
          <a:p>
            <a:r>
              <a:rPr lang="ar-SA" b="1" dirty="0"/>
              <a:t>بسم الله الرحمن الرحيم    </a:t>
            </a:r>
            <a:br>
              <a:rPr lang="en-US" dirty="0"/>
            </a:b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611560" y="2204864"/>
            <a:ext cx="8208912" cy="4320480"/>
          </a:xfrm>
        </p:spPr>
        <p:txBody>
          <a:bodyPr>
            <a:normAutofit/>
          </a:bodyPr>
          <a:lstStyle/>
          <a:p>
            <a:pPr marL="1828800" algn="l" rtl="0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953735"/>
                </a:solidFill>
                <a:ea typeface="Calibri"/>
                <a:cs typeface="Arial"/>
              </a:rPr>
              <a:t> (Operating Systems)</a:t>
            </a:r>
            <a:endParaRPr lang="en-US" sz="1600" dirty="0">
              <a:ea typeface="Calibri"/>
              <a:cs typeface="Arial"/>
            </a:endParaRPr>
          </a:p>
          <a:p>
            <a:pPr algn="l" rtl="0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solidFill>
                  <a:srgbClr val="7030A0"/>
                </a:solidFill>
                <a:ea typeface="Calibri"/>
                <a:cs typeface="Arial"/>
              </a:rPr>
              <a:t>  ***   Eng. Mohammed AL-Hams  ***</a:t>
            </a:r>
            <a:endParaRPr lang="en-US" sz="1600" dirty="0">
              <a:ea typeface="Calibri"/>
              <a:cs typeface="Arial"/>
            </a:endParaRPr>
          </a:p>
          <a:p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Answers of Assignment 2</a:t>
            </a:r>
          </a:p>
          <a:p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>
                <a:solidFill>
                  <a:srgbClr val="002060"/>
                </a:solidFill>
                <a:ea typeface="Calibri"/>
                <a:cs typeface="Arial"/>
              </a:rPr>
              <a:t>Eng. </a:t>
            </a:r>
            <a:r>
              <a:rPr lang="en-US" b="1" dirty="0" err="1">
                <a:solidFill>
                  <a:srgbClr val="002060"/>
                </a:solidFill>
                <a:ea typeface="Calibri"/>
                <a:cs typeface="Arial"/>
              </a:rPr>
              <a:t>Deema</a:t>
            </a:r>
            <a:r>
              <a:rPr lang="en-US" b="1" dirty="0">
                <a:solidFill>
                  <a:srgbClr val="002060"/>
                </a:solidFill>
                <a:ea typeface="Calibri"/>
                <a:cs typeface="Arial"/>
              </a:rPr>
              <a:t> Mohammed AL-</a:t>
            </a:r>
            <a:r>
              <a:rPr lang="en-US" b="1" dirty="0" err="1">
                <a:solidFill>
                  <a:srgbClr val="002060"/>
                </a:solidFill>
                <a:ea typeface="Calibri"/>
                <a:cs typeface="Arial"/>
              </a:rPr>
              <a:t>Maqadma</a:t>
            </a:r>
            <a:r>
              <a:rPr lang="en-US" b="1" dirty="0">
                <a:solidFill>
                  <a:srgbClr val="002060"/>
                </a:solidFill>
                <a:ea typeface="Calibri"/>
                <a:cs typeface="Arial"/>
              </a:rPr>
              <a:t> </a:t>
            </a:r>
            <a:endParaRPr lang="en-US" sz="1400" dirty="0">
              <a:ea typeface="Calibri"/>
              <a:cs typeface="Arial"/>
            </a:endParaRP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249771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48680"/>
            <a:ext cx="8280920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0734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 Explore File System:</a:t>
            </a:r>
            <a:br>
              <a:rPr lang="en-US" b="1" dirty="0">
                <a:solidFill>
                  <a:srgbClr val="FF0000"/>
                </a:solidFill>
              </a:rPr>
            </a:br>
            <a:endParaRPr lang="ar-SA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05" y="1600200"/>
            <a:ext cx="813139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18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78" y="1600200"/>
            <a:ext cx="811744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2369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91" y="1600200"/>
            <a:ext cx="812441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865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34" y="1600200"/>
            <a:ext cx="814953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818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32" y="1600200"/>
            <a:ext cx="8142536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479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2. Analyze Users:</a:t>
            </a:r>
            <a:endParaRPr lang="ar-SA" b="1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34" y="1600200"/>
            <a:ext cx="814953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247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3. Create/Manage Structure:</a:t>
            </a:r>
            <a:endParaRPr lang="ar-SA" b="1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39" y="1600200"/>
            <a:ext cx="809652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438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67544" y="2420888"/>
            <a:ext cx="8229600" cy="1143000"/>
          </a:xfrm>
        </p:spPr>
        <p:txBody>
          <a:bodyPr/>
          <a:lstStyle/>
          <a:p>
            <a:r>
              <a:rPr lang="ar-SA" b="1" dirty="0">
                <a:solidFill>
                  <a:srgbClr val="7030A0"/>
                </a:solidFill>
              </a:rPr>
              <a:t>« واخر دعواهم أن الحمد لله رب العالمين «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36459972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3079</TotalTime>
  <Words>55</Words>
  <Application>Microsoft Office PowerPoint</Application>
  <PresentationFormat>عرض على الشاشة (4:3)</PresentationFormat>
  <Paragraphs>9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نسق Office</vt:lpstr>
      <vt:lpstr>بسم الله الرحمن الرحيم     </vt:lpstr>
      <vt:lpstr>عرض تقديمي في PowerPoint</vt:lpstr>
      <vt:lpstr>1. Explore File System: 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2. Analyze Users:</vt:lpstr>
      <vt:lpstr>3. Create/Manage Structure:</vt:lpstr>
      <vt:lpstr>« واخر دعواهم أن الحمد لله رب العالمين 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بسم الله الرحمن الرحيم     </dc:title>
  <dc:creator>Alaa</dc:creator>
  <cp:lastModifiedBy>Alaa</cp:lastModifiedBy>
  <cp:revision>5</cp:revision>
  <dcterms:created xsi:type="dcterms:W3CDTF">2025-06-12T13:21:42Z</dcterms:created>
  <dcterms:modified xsi:type="dcterms:W3CDTF">2026-09-24T10:29:56Z</dcterms:modified>
</cp:coreProperties>
</file>